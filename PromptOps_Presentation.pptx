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962FF"/>
                </a:solidFill>
              </a:defRPr>
            </a:pPr>
            <a:r>
              <a:t>PromptOps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Intelligent Infrastructure Management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333333"/>
                </a:solidFill>
              </a:defRPr>
            </a:pPr>
            <a:r>
              <a:t>From Reactive Firefighting to Proactive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2400"/>
            </a:pPr>
            <a:r>
              <a:t>1. Industry Problems &amp; Business Impact</a:t>
            </a:r>
          </a:p>
          <a:p>
            <a:pPr>
              <a:spcBef>
                <a:spcPts val="1200"/>
              </a:spcBef>
              <a:defRPr sz="2400"/>
            </a:pPr>
            <a:r>
              <a:t>2. The PromptOps Solution</a:t>
            </a:r>
          </a:p>
          <a:p>
            <a:pPr>
              <a:spcBef>
                <a:spcPts val="1200"/>
              </a:spcBef>
              <a:defRPr sz="2400"/>
            </a:pPr>
            <a:r>
              <a:t>3. Complete DevOps Flow (Commit → Production)</a:t>
            </a:r>
          </a:p>
          <a:p>
            <a:pPr>
              <a:spcBef>
                <a:spcPts val="1200"/>
              </a:spcBef>
              <a:defRPr sz="2400"/>
            </a:pPr>
            <a:r>
              <a:t>4. Monitoring &amp; Predictive Intelligence</a:t>
            </a:r>
          </a:p>
          <a:p>
            <a:pPr>
              <a:spcBef>
                <a:spcPts val="1200"/>
              </a:spcBef>
              <a:defRPr sz="2400"/>
            </a:pPr>
            <a:r>
              <a:t>5. Benefits &amp; ROI</a:t>
            </a:r>
          </a:p>
          <a:p>
            <a:pPr>
              <a:spcBef>
                <a:spcPts val="1200"/>
              </a:spcBef>
              <a:defRPr sz="2400"/>
            </a:pPr>
            <a:r>
              <a:t>6. Getting Started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The Industry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IT teams waste 30-40% of cloud budget and engineering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❌ No Real-Time Visibility: </a:t>
            </a:r>
            <a:r>
              <a:rPr sz="1600" b="0"/>
              <a:t>30-60 min detection • $5,600/min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❌ Infrastructure Drift: </a:t>
            </a:r>
            <a:r>
              <a:rPr sz="1600" b="0"/>
              <a:t>Quarterly manual audits • $4.45M breach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❌ Cloud Cost Overruns: </a:t>
            </a:r>
            <a:r>
              <a:rPr sz="1600" b="0"/>
              <a:t>30-40% waste • $17.6B annual waste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❌ Manual Operations: </a:t>
            </a:r>
            <a:r>
              <a:rPr sz="1600" b="0"/>
              <a:t>74% incidents human error • $100K-1M per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❌ Fragmented Tools: </a:t>
            </a:r>
            <a:r>
              <a:rPr sz="1600" b="0"/>
              <a:t>10+ tools, context switching • 20-30% productivity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The PromptOps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Unified platform: Real-time + ML +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Real-Time Monitoring: WebSocket updates &lt;100ms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2. ML Cost Intelligence: 4 algorithms, &lt;5% MAPE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3. IaC Orchestration: One-click Terraform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4. Unified Dashboard: Single pane of glass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5. Automated Security: Continuous scanning &amp;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Complete DevOps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12 Stages: Commit → Production in 8-12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Commit → CI/CD → Build → Test → Security →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Kubernetes → Cloud → Dashboard → Alerts → Deploy →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Total Time: 8-12 minutes (was 5h 40min) • 97% faster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Stages 1-3: Commit →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1. Developer Commit (&lt;1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Git push triggers webhook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2. CI/CD Trigger (&lt;30 sec)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GitHub Actions/GitLab CI starts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3. Build &amp; Compile (2-5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Dependencies cached, code compiled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Stages 4-6: Test →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4. Automated Testing (3-8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Unit, Integration, E2E,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5. Security Scanning (1-2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SAST, dependencies, CVE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6. Docker Build (2-4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Optimized image (200MB → 50MB)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Stages 7-9: Kubernetes →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7. Kubernetes Prep (1-2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Manifests, Helm, HPA, ConfigMaps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8. Cloud Provisioning (3-5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Terraform AWS/GCP/Azure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9. Dashboard Setup (1-2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Auto-configured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Stages 10-12: Deploy →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10. Alerts Configuration (1-2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Intelligent rules, multi-channel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11. Production Deploy (5-10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Canary with auto-rollback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12. Production Monitoring (Continuous)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Real-time + Predictive 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Monitoring &amp; Predictive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5-Layer Monitoring + ML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Layer 1: Infrastructure (CPU, Memory, Network - 10s intervals)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Layer 2: Application Performance (P95 latency, errors)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Layer 3: Security &amp; Compliance (CVE, threats, SOC2)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Layer 4: Cost Optimization (ML anomaly detection)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79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Layer 5: Business Metrics (Deployments, MTTD, MTTR)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⚡ Predictive: Issues detected 7+ days in advance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Before vs. After PromptOps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5h 40min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011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97% 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Manual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97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20+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697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1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95%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Error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15-25%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83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&lt;1%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95%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Deployments/Day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69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69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069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20-30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15x increase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754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54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54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99%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10x increase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Benefits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💰 Cost Savings: $250K - $1.2M annually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⚡ Speed: 97% faster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🎯 Quality: 99% deployment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5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📈 ROI: 300-500% in first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7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👥 Team: Focus on innovation, not toil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Technology Stack Supported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CI/CD:</a:t>
            </a:r>
            <a:r>
              <a:rPr sz="1400"/>
              <a:t> GitHub Actions, GitLab CI, Jenkins, CircleCI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Containers:</a:t>
            </a:r>
            <a:r>
              <a:rPr sz="1400"/>
              <a:t> Docker, Kubernetes, Helm, EKS, GKE, 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Cloud:</a:t>
            </a:r>
            <a:r>
              <a:rPr sz="1400"/>
              <a:t> AWS, Google Cloud, Microsoft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IaC:</a:t>
            </a:r>
            <a:r>
              <a:rPr sz="1400"/>
              <a:t> Terraform, CloudFormation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Monitoring:</a:t>
            </a:r>
            <a:r>
              <a:rPr sz="1400"/>
              <a:t> Prometheus, Grafana, CloudWatch, Datadog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19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Testing:</a:t>
            </a:r>
            <a:r>
              <a:rPr sz="1400"/>
              <a:t> Jest, pytest, Cypress, k6, JMeter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Getting Started - 3 Simple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62FF"/>
                </a:solidFill>
              </a:defRPr>
            </a:pPr>
            <a:r>
              <a:t>1. Deploy PromptOps (30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7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CloudFormation template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62FF"/>
                </a:solidFill>
              </a:defRPr>
            </a:pPr>
            <a:r>
              <a:t>2. Connect Infrastructure (15 minutes)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Point to existing Terraform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5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62FF"/>
                </a:solidFill>
              </a:defRPr>
            </a:pPr>
            <a:r>
              <a:t>3. See Results (24 hours)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Immediate cost savings &amp;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62FF"/>
                </a:solidFill>
              </a:defRPr>
            </a:pPr>
            <a:r>
              <a:t>Stop Firefighting.</a:t>
            </a:r>
            <a:br/>
            <a:r>
              <a:t>Start Optimizing.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97% Faster • 95% Fewer Errors • 300-500%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team@promptops.io | promptops.io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